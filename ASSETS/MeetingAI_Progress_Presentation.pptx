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B949E"/>
                </a:solidFill>
                <a:latin typeface="Arial"/>
              </a:defRPr>
            </a:pPr>
            <a:r>
              <a:rPr lang="fr-FR" sz="1000" b="0" i="0" u="none" strike="noStrike">
                <a:solidFill>
                  <a:srgbClr val="8B949E"/>
                </a:solidFill>
                <a:latin typeface="Arial"/>
              </a:rPr>
              <a:t>Total Time (min)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Processing Time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F1F-48D0-AE96-C736172189AC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1F-48D0-AE96-C736172189AC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1F-48D0-AE96-C736172189A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0F6F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4-min video</c:v>
                </c:pt>
                <c:pt idx="1">
                  <c:v>1-hour video</c:v>
                </c:pt>
                <c:pt idx="2">
                  <c:v>50-page PDF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32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F1F-48D0-AE96-C736172189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 w="6350" cap="flat">
      <a:solidFill>
        <a:srgbClr val="30363D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496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645920"/>
            <a:ext cx="2926080" cy="2926080"/>
          </a:xfrm>
          <a:prstGeom prst="ellipse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MeetingAI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Meeting Assistant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0662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 Report — May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1737360" cy="274320"/>
          </a:xfrm>
          <a:prstGeom prst="rect">
            <a:avLst/>
          </a:prstGeom>
          <a:solidFill>
            <a:srgbClr val="7C3AED">
              <a:alpha val="22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3657600"/>
            <a:ext cx="1737360" cy="274320"/>
          </a:xfrm>
          <a:prstGeom prst="rect">
            <a:avLst/>
          </a:prstGeom>
          <a:solidFill>
            <a:srgbClr val="7C3AED">
              <a:alpha val="22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React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3657600"/>
            <a:ext cx="1737360" cy="274320"/>
          </a:xfrm>
          <a:prstGeom prst="rect">
            <a:avLst/>
          </a:prstGeom>
          <a:solidFill>
            <a:srgbClr val="7C3AED">
              <a:alpha val="22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MeetingAI?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097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SaaS platform that transcribes audio, video, and PDF documents from meetings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883664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81051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generates summaries, key points, and conclusions using AI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596896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52374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support: French and English (Darija planned)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310128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23697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roles: Standard Users, Pro/Business subscribers, and Admins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39502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organizations and professionals to save time reviewing meeting recordings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0" y="1097280"/>
            <a:ext cx="2743200" cy="356616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097280"/>
            <a:ext cx="45720" cy="3566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17043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35040" y="15087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recording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35040" y="18562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21122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transcribes it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35040" y="245973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35040" y="27157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summary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35040" y="3063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33192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minutes, automatically.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188720"/>
            <a:ext cx="640080" cy="64008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912" y="1252728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385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1792" y="2304288"/>
            <a:ext cx="2377440" cy="23317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 build tool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animations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Stripe.js for payments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dark design system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46120" y="100584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51960" y="1188720"/>
            <a:ext cx="640080" cy="64008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252728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46120" y="19385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API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410712" y="2304288"/>
            <a:ext cx="2377440" cy="23317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3.14)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ORM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SDK + webhooks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slowapi rate limiting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35040" y="100584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040880" y="1188720"/>
            <a:ext cx="640080" cy="64008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1252728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35040" y="19385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Service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199632" y="2304288"/>
            <a:ext cx="2377440" cy="23317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3.10)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medium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— LLaMA 3.3 70B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 audio processing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PDF extraction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 SQLite (development)  →  PostgreSQL (production target)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Three-Service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246888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24128"/>
            <a:ext cx="24688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33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264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:5173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024128"/>
            <a:ext cx="246888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024128"/>
            <a:ext cx="24688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33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4264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Python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645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024128"/>
            <a:ext cx="246888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024128"/>
            <a:ext cx="24688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133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Service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4264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+ Groq LLM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1645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71800" y="1504188"/>
            <a:ext cx="320040" cy="0"/>
          </a:xfrm>
          <a:prstGeom prst="line">
            <a:avLst/>
          </a:prstGeom>
          <a:noFill/>
          <a:ln w="19050">
            <a:solidFill>
              <a:srgbClr val="484F58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5852160" y="1504188"/>
            <a:ext cx="320040" cy="0"/>
          </a:xfrm>
          <a:prstGeom prst="line">
            <a:avLst/>
          </a:prstGeom>
          <a:noFill/>
          <a:ln w="19050">
            <a:solidFill>
              <a:srgbClr val="484F58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457200" y="228600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9536" y="221284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file via the React frontend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15468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" y="308152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validates (MIME, size ≤500 MB), creates job, stores file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" y="395020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calls AI Service asynchronously in background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28600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02936" y="221284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Service: Video → Audio (FFmpeg) → Whisper → Groq LLM analysis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315468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02936" y="308152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saved to DB; frontend polls for job completion status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00600" y="402336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02936" y="395020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views full transcript + summary / key points / conclusions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Done — Core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5720" cy="3840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170432"/>
            <a:ext cx="438912" cy="438912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2070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" y="12070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&amp; Security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" y="1755648"/>
            <a:ext cx="3749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1892808"/>
            <a:ext cx="3749040" cy="28346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login / signup with role + plan claims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 on user accounts (30-day recovery)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(admin gates)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Path-traversal protection on file uploads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restricted to frontend origin only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1005840"/>
            <a:ext cx="402336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09160" y="1005840"/>
            <a:ext cx="45720" cy="3840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73752" y="1170432"/>
            <a:ext cx="438912" cy="438912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0700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04104" y="12070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Processing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73752" y="1755648"/>
            <a:ext cx="3749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73752" y="1892808"/>
            <a:ext cx="3749040" cy="28346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video, PDF, and text file support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up to 500 MB accepted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async processing with job tracking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recordings tested up to 1 hour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MIME + extension + size validation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Done — AI &amp; Billing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24612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5720" cy="3840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52144"/>
            <a:ext cx="402336" cy="402336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18872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70432"/>
            <a:ext cx="2496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&amp; Analysis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4360" y="1682496"/>
            <a:ext cx="2990088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810512"/>
            <a:ext cx="3044952" cy="2907792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faster-whisper (language auto-detection)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transcript segments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70B summarization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Multi-chunk map-reduce for long files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Language-aware prompts (FR / EN)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via pdfplumber — no Whisper needed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quota: 80% warn, 95% block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40480" y="1005840"/>
            <a:ext cx="265176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40480" y="1005840"/>
            <a:ext cx="45720" cy="3840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977640" y="1152144"/>
            <a:ext cx="402336" cy="402336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216" y="118872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117043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Billing &amp; Usage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977640" y="1682496"/>
            <a:ext cx="2395728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977640" y="1810512"/>
            <a:ext cx="2450592" cy="2907792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+ Portal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Stripe webhook events handled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Pro ($9.99) / Business ($29.99)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usage tracking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reset on billing period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widget in sidebar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629400" y="1005840"/>
            <a:ext cx="2057400" cy="38404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629400" y="1005840"/>
            <a:ext cx="45720" cy="3840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66560" y="1152144"/>
            <a:ext cx="402336" cy="402336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36" y="118872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269480" y="1170432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766560" y="1682496"/>
            <a:ext cx="1801368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766560" y="1810512"/>
            <a:ext cx="1856232" cy="2907792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stats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monitoring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usage reset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override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Improvements &amp; Bug Fixes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87552"/>
          <a:ext cx="8229600" cy="37490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Applied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passlib bcrypt crash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Incompatible with bcrypt ≥4.x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with direct bcrypt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 + 500 on meeting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 typed as int; AI returns 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column &amp; schema to 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errors after migration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Spring JWT token in localStorage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localStorage on backend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1-hour video gave no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httpx timeout was 600s — too short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Raised timeout to 7200s (2 hours)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error on long audio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Whisper FFT allocated 1.15 GB at once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vad_filter=True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first chunk analysed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analysis.py used chunks[0]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Multi-chunk map-reduce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/tmp/ path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Hardcoded /tmp/ — not on Windows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with tempfile.mkstemp()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paging file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can't memory-map 4 GB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LLM resident; increase paging 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win: Migrated Spring Boot backend to FastAPI — unified Python stack, faster AI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Benchmarks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3070  ·  Ryzen 7 5800H  ·  16 GB RAM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0432"/>
          <a:ext cx="4663440" cy="17373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Whisper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4-min 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1-hour 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CD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50-page 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3C5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035040" y="1097280"/>
          <a:ext cx="274320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063240"/>
            <a:ext cx="822960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3063240"/>
            <a:ext cx="45720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1792" y="3108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Optimizations</a:t>
            </a:r>
            <a:endParaRPr lang="en-US" sz="1300" dirty="0"/>
          </a:p>
        </p:txBody>
      </p:sp>
      <p:sp>
        <p:nvSpPr>
          <p:cNvPr id="4" name="Text 5"/>
          <p:cNvSpPr/>
          <p:nvPr/>
        </p:nvSpPr>
        <p:spPr>
          <a:xfrm>
            <a:off x="621792" y="3429000"/>
            <a:ext cx="7955280" cy="132588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compute_type="int8"  —  Whisper fits within 8 GB VRAM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vad_filter=True  —  prevents 1.15 GB FFT memory spike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lazy-loaded on first request, then kept resident in memory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Map-reduce chunking applied to transcripts exceeding 2,000 words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Pricing &amp; Tiers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56032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94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210312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423160"/>
            <a:ext cx="2304288" cy="21945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transcription / month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AI summaries / month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Audio, video, PDF support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Reset: 1st of each month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794760"/>
          </a:xfrm>
          <a:prstGeom prst="rect">
            <a:avLst/>
          </a:prstGeom>
          <a:solidFill>
            <a:srgbClr val="7C3AED"/>
          </a:solidFill>
          <a:ln w="25400">
            <a:solidFill>
              <a:srgbClr val="7C3AED"/>
            </a:solidFill>
            <a:prstDash val="solid"/>
          </a:ln>
          <a:effectLst>
            <a:outerShdw blurRad="254000" dist="50800" dir="8100000" algn="bl" rotWithShape="0">
              <a:srgbClr val="7C3AED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1887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</a:t>
            </a:r>
            <a:r>
              <a:rPr lang="en-US" sz="1300" dirty="0">
                <a:solidFill>
                  <a:srgbClr val="CC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3520440" y="2286000"/>
            <a:ext cx="2103120" cy="0"/>
          </a:xfrm>
          <a:prstGeom prst="line">
            <a:avLst/>
          </a:prstGeom>
          <a:noFill/>
          <a:ln w="9525">
            <a:solidFill>
              <a:srgbClr val="9999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2423160"/>
            <a:ext cx="2304288" cy="21945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min transcription / month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AI summaries / month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processing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Reset: on Stripe invoice payment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56032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1887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5040" y="15544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6263640" y="2286000"/>
            <a:ext cx="210312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2423160"/>
            <a:ext cx="2304288" cy="21945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transcription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AI summaries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Admin-level features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 (planned)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— What's Still To Build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10332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87552"/>
            <a:ext cx="45720" cy="10332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0607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— Production-Critical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" y="1316736"/>
            <a:ext cx="7955280" cy="649224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migration — replace SQLite for multi-user production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 job queue — replace in-process BackgroundTasks (lost on restart)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— payment failed, job completed alerts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75688"/>
            <a:ext cx="8229600" cy="12618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75688"/>
            <a:ext cx="45720" cy="12618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14884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 — Feature Complete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" y="2404872"/>
            <a:ext cx="7955280" cy="877824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— download meeting summaries as formatted PDF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 — identify who said what in meetings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 — socket.io instead of polling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search — full-text search on transcripts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92424"/>
            <a:ext cx="8229600" cy="12618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92424"/>
            <a:ext cx="45720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465576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— Nice-to-Have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" y="3721608"/>
            <a:ext cx="7955280" cy="877824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Darija (Moroccan Arabic) language support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integrations — Outlook, Gmail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/ Teams / Google Meet recording imports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features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Status Summary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98587" y="115393"/>
            <a:ext cx="1196602" cy="1146429"/>
          </a:xfrm>
          <a:prstGeom prst="rect">
            <a:avLst/>
          </a:prstGeom>
          <a:solidFill>
            <a:srgbClr val="161B22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4" name="Text 2"/>
          <p:cNvSpPr/>
          <p:nvPr/>
        </p:nvSpPr>
        <p:spPr>
          <a:xfrm>
            <a:off x="7817557" y="192024"/>
            <a:ext cx="12815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282189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41655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Processing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16024" y="1097280"/>
            <a:ext cx="370332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496" y="104241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04309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16024" y="1472184"/>
            <a:ext cx="370332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496" y="14173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141800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Usage Tracking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16024" y="1847088"/>
            <a:ext cx="370332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496" y="17922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179290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16024" y="2221992"/>
            <a:ext cx="370332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496" y="216712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216781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16024" y="2596896"/>
            <a:ext cx="3703320" cy="1828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16024" y="2596896"/>
            <a:ext cx="3518154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496" y="254203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254271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Job Queue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16024" y="2971800"/>
            <a:ext cx="3703320" cy="1828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496" y="291693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291761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Migration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16024" y="3346704"/>
            <a:ext cx="3703320" cy="1828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496" y="32918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329252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16024" y="3721608"/>
            <a:ext cx="3703320" cy="1828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496" y="366674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366742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16024" y="4096512"/>
            <a:ext cx="3703320" cy="1828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496" y="404164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404233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16024" y="4471416"/>
            <a:ext cx="3703320" cy="18288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496" y="44165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5720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78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MeetingAI MVP — What We Have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" y="1426464"/>
            <a:ext cx="36576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17904"/>
            <a:ext cx="3749040" cy="30175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pipeline: upload → transcribe → summarize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SaaS infrastructure (auth, billing, usage, admin)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architecture with multiple protection layers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modular codebase ready for team collaboration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support: French &amp; English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real hardware up to 1-hour recordings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36576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05840"/>
            <a:ext cx="45720" cy="3657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078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28032" y="1426464"/>
            <a:ext cx="36576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164592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15727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PostgreSQL for production deployment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28032" y="2395728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32257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Celery + Redis for reliable job processing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28032" y="314553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307238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PDF export and email notifications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28032" y="3895344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382219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cloud (Railway, Render, or AWS)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technology is proven and working. What remains is production hardening and feature expansion.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1071</Words>
  <Application>Microsoft Office PowerPoint</Application>
  <PresentationFormat>Affichage à l'écran (16:9)</PresentationFormat>
  <Paragraphs>243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MeetingAI – Progress Presentation</dc:title>
  <dc:subject>PptxGenJS Presentation</dc:subject>
  <dc:creator>PptxGenJS</dc:creator>
  <cp:lastModifiedBy>SALAHEDDINE BENCHRAA</cp:lastModifiedBy>
  <cp:revision>2</cp:revision>
  <dcterms:created xsi:type="dcterms:W3CDTF">2026-05-10T22:23:42Z</dcterms:created>
  <dcterms:modified xsi:type="dcterms:W3CDTF">2026-05-10T22:31:02Z</dcterms:modified>
</cp:coreProperties>
</file>